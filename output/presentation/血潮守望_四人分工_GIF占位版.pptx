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45581d9204637" /><Relationship Type="http://schemas.openxmlformats.org/officeDocument/2006/relationships/extended-properties" Target="/docProps/app.xml" Id="R19630b520ab24217" /><Relationship Type="http://schemas.openxmlformats.org/officeDocument/2006/relationships/officeDocument" Target="/ppt/presentation.xml" Id="R9e860e1d5dac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ce89cd2dc4c0b"/>
  </p:sldMasterIdLst>
  <p:notesMasterIdLst>
    <p:notesMasterId xmlns:r="http://schemas.openxmlformats.org/officeDocument/2006/relationships" r:id="R6f63a4f8e5094dce"/>
  </p:notesMasterIdLst>
  <p:sldIdLst>
    <p:sldId xmlns:r="http://schemas.openxmlformats.org/officeDocument/2006/relationships" id="256" r:id="R69e710c82c3d4dec"/>
    <p:sldId xmlns:r="http://schemas.openxmlformats.org/officeDocument/2006/relationships" id="257" r:id="Rc92675444b254b5f"/>
    <p:sldId xmlns:r="http://schemas.openxmlformats.org/officeDocument/2006/relationships" id="258" r:id="R3fe7d3d550fb42fc"/>
    <p:sldId xmlns:r="http://schemas.openxmlformats.org/officeDocument/2006/relationships" id="259" r:id="R83fd82f6b7844db2"/>
    <p:sldId xmlns:r="http://schemas.openxmlformats.org/officeDocument/2006/relationships" id="260" r:id="R2c171b8dacb7452c"/>
    <p:sldId xmlns:r="http://schemas.openxmlformats.org/officeDocument/2006/relationships" id="261" r:id="Rb1a7c52fbd68437e"/>
    <p:sldId xmlns:r="http://schemas.openxmlformats.org/officeDocument/2006/relationships" id="262" r:id="R40c555f2d3ba4a03"/>
    <p:sldId xmlns:r="http://schemas.openxmlformats.org/officeDocument/2006/relationships" id="263" r:id="R53a61eb9b9844e4b"/>
    <p:sldId xmlns:r="http://schemas.openxmlformats.org/officeDocument/2006/relationships" id="264" r:id="Rcb0e49c92b9f47d7"/>
    <p:sldId xmlns:r="http://schemas.openxmlformats.org/officeDocument/2006/relationships" id="265" r:id="Rc883d67ac9b744c9"/>
    <p:sldId xmlns:r="http://schemas.openxmlformats.org/officeDocument/2006/relationships" id="266" r:id="Rfdf75859bb3545e1"/>
    <p:sldId xmlns:r="http://schemas.openxmlformats.org/officeDocument/2006/relationships" id="267" r:id="Rb0c87674f8704639"/>
    <p:sldId xmlns:r="http://schemas.openxmlformats.org/officeDocument/2006/relationships" id="268" r:id="R50914eb6cfb44013"/>
    <p:sldId xmlns:r="http://schemas.openxmlformats.org/officeDocument/2006/relationships" id="269" r:id="R7acfe5782a374261"/>
    <p:sldId xmlns:r="http://schemas.openxmlformats.org/officeDocument/2006/relationships" id="270" r:id="Rda25564c7c8444d0"/>
    <p:sldId xmlns:r="http://schemas.openxmlformats.org/officeDocument/2006/relationships" id="271" r:id="R6c871319101240b6"/>
    <p:sldId xmlns:r="http://schemas.openxmlformats.org/officeDocument/2006/relationships" id="272" r:id="R3a87de0ab7e94797"/>
    <p:sldId xmlns:r="http://schemas.openxmlformats.org/officeDocument/2006/relationships" id="273" r:id="R6895e10cec0945c5"/>
    <p:sldId xmlns:r="http://schemas.openxmlformats.org/officeDocument/2006/relationships" id="274" r:id="Ra5661a43572e48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c54dc858614de1" /><Relationship Type="http://schemas.openxmlformats.org/officeDocument/2006/relationships/slideMaster" Target="/ppt/slideMasters/slideMaster1.xml" Id="R79dce89cd2dc4c0b" /><Relationship Type="http://schemas.openxmlformats.org/officeDocument/2006/relationships/notesMaster" Target="/ppt/notesMasters/notesMaster1.xml" Id="R6f63a4f8e5094dce" /><Relationship Type="http://schemas.openxmlformats.org/officeDocument/2006/relationships/presProps" Target="/ppt/presProps.xml" Id="Re9e4dfec65224051" /><Relationship Type="http://schemas.openxmlformats.org/officeDocument/2006/relationships/tableStyles" Target="/ppt/tableStyles.xml" Id="R310a4de6686c4682" /><Relationship Type="http://schemas.openxmlformats.org/officeDocument/2006/relationships/slide" Target="/ppt/slides/slide1.xml" Id="R69e710c82c3d4dec" /><Relationship Type="http://schemas.openxmlformats.org/officeDocument/2006/relationships/slide" Target="/ppt/slides/slide2.xml" Id="Rc92675444b254b5f" /><Relationship Type="http://schemas.openxmlformats.org/officeDocument/2006/relationships/slide" Target="/ppt/slides/slide3.xml" Id="R3fe7d3d550fb42fc" /><Relationship Type="http://schemas.openxmlformats.org/officeDocument/2006/relationships/slide" Target="/ppt/slides/slide4.xml" Id="R83fd82f6b7844db2" /><Relationship Type="http://schemas.openxmlformats.org/officeDocument/2006/relationships/slide" Target="/ppt/slides/slide5.xml" Id="R2c171b8dacb7452c" /><Relationship Type="http://schemas.openxmlformats.org/officeDocument/2006/relationships/slide" Target="/ppt/slides/slide6.xml" Id="Rb1a7c52fbd68437e" /><Relationship Type="http://schemas.openxmlformats.org/officeDocument/2006/relationships/slide" Target="/ppt/slides/slide7.xml" Id="R40c555f2d3ba4a03" /><Relationship Type="http://schemas.openxmlformats.org/officeDocument/2006/relationships/slide" Target="/ppt/slides/slide8.xml" Id="R53a61eb9b9844e4b" /><Relationship Type="http://schemas.openxmlformats.org/officeDocument/2006/relationships/slide" Target="/ppt/slides/slide9.xml" Id="Rcb0e49c92b9f47d7" /><Relationship Type="http://schemas.openxmlformats.org/officeDocument/2006/relationships/slide" Target="/ppt/slides/slide10.xml" Id="Rc883d67ac9b744c9" /><Relationship Type="http://schemas.openxmlformats.org/officeDocument/2006/relationships/slide" Target="/ppt/slides/slide11.xml" Id="Rfdf75859bb3545e1" /><Relationship Type="http://schemas.openxmlformats.org/officeDocument/2006/relationships/slide" Target="/ppt/slides/slide12.xml" Id="Rb0c87674f8704639" /><Relationship Type="http://schemas.openxmlformats.org/officeDocument/2006/relationships/slide" Target="/ppt/slides/slide13.xml" Id="R50914eb6cfb44013" /><Relationship Type="http://schemas.openxmlformats.org/officeDocument/2006/relationships/slide" Target="/ppt/slides/slide14.xml" Id="R7acfe5782a374261" /><Relationship Type="http://schemas.openxmlformats.org/officeDocument/2006/relationships/slide" Target="/ppt/slides/slide15.xml" Id="Rda25564c7c8444d0" /><Relationship Type="http://schemas.openxmlformats.org/officeDocument/2006/relationships/slide" Target="/ppt/slides/slide16.xml" Id="R6c871319101240b6" /><Relationship Type="http://schemas.openxmlformats.org/officeDocument/2006/relationships/slide" Target="/ppt/slides/slide17.xml" Id="R3a87de0ab7e94797" /><Relationship Type="http://schemas.openxmlformats.org/officeDocument/2006/relationships/slide" Target="/ppt/slides/slide18.xml" Id="R6895e10cec0945c5" /><Relationship Type="http://schemas.openxmlformats.org/officeDocument/2006/relationships/slide" Target="/ppt/slides/slide19.xml" Id="Ra5661a43572e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13354301bb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ae1a5c7f664405" /><Relationship Type="http://schemas.openxmlformats.org/officeDocument/2006/relationships/notesMaster" Target="/ppt/notesMasters/notesMaster1.xml" Id="R08265e3c51ac40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589c4b5a847d2" /><Relationship Type="http://schemas.openxmlformats.org/officeDocument/2006/relationships/notesMaster" Target="/ppt/notesMasters/notesMaster1.xml" Id="R232b3f56efea44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060aa919347b5" /><Relationship Type="http://schemas.openxmlformats.org/officeDocument/2006/relationships/notesMaster" Target="/ppt/notesMasters/notesMaster1.xml" Id="R7065e94fd4af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c2159493ce4c52" /><Relationship Type="http://schemas.openxmlformats.org/officeDocument/2006/relationships/notesMaster" Target="/ppt/notesMasters/notesMaster1.xml" Id="Rcd1232de377f4c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ec93798a74bd0" /><Relationship Type="http://schemas.openxmlformats.org/officeDocument/2006/relationships/notesMaster" Target="/ppt/notesMasters/notesMaster1.xml" Id="Rc83692aa4b0c4c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36084df06d43e4" /><Relationship Type="http://schemas.openxmlformats.org/officeDocument/2006/relationships/notesMaster" Target="/ppt/notesMasters/notesMaster1.xml" Id="R38a027f8373443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e407b9c28e4dba" /><Relationship Type="http://schemas.openxmlformats.org/officeDocument/2006/relationships/notesMaster" Target="/ppt/notesMasters/notesMaster1.xml" Id="R9e5c23ca7c734c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0778c327ff470b" /><Relationship Type="http://schemas.openxmlformats.org/officeDocument/2006/relationships/notesMaster" Target="/ppt/notesMasters/notesMaster1.xml" Id="R449861f55bd24a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e99aea245435d" /><Relationship Type="http://schemas.openxmlformats.org/officeDocument/2006/relationships/notesMaster" Target="/ppt/notesMasters/notesMaster1.xml" Id="R642cd2e91899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8cf6f8e11949a1" /><Relationship Type="http://schemas.openxmlformats.org/officeDocument/2006/relationships/notesMaster" Target="/ppt/notesMasters/notesMaster1.xml" Id="R6867c87bcf894d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c1a7ca11864766" /><Relationship Type="http://schemas.openxmlformats.org/officeDocument/2006/relationships/notesMaster" Target="/ppt/notesMasters/notesMaster1.xml" Id="R5753587d35164e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e75d202cb347bc" /><Relationship Type="http://schemas.openxmlformats.org/officeDocument/2006/relationships/notesMaster" Target="/ppt/notesMasters/notesMaster1.xml" Id="Rf05b368e21484b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cb8e678da943aa" /><Relationship Type="http://schemas.openxmlformats.org/officeDocument/2006/relationships/notesMaster" Target="/ppt/notesMasters/notesMaster1.xml" Id="Rbfa622f5d6a042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f82f79fe8449f9" /><Relationship Type="http://schemas.openxmlformats.org/officeDocument/2006/relationships/notesMaster" Target="/ppt/notesMasters/notesMaster1.xml" Id="R59c5213ba3404b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3f1d6640f14027" /><Relationship Type="http://schemas.openxmlformats.org/officeDocument/2006/relationships/notesMaster" Target="/ppt/notesMasters/notesMaster1.xml" Id="Ree7bf919ebcc4d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938e7b417a4386" /><Relationship Type="http://schemas.openxmlformats.org/officeDocument/2006/relationships/notesMaster" Target="/ppt/notesMasters/notesMaster1.xml" Id="Rb74a5079198f4a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48fa9ea1e04060" /><Relationship Type="http://schemas.openxmlformats.org/officeDocument/2006/relationships/notesMaster" Target="/ppt/notesMasters/notesMaster1.xml" Id="Rba77fb9ecab54b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dd05cb408946cd" /><Relationship Type="http://schemas.openxmlformats.org/officeDocument/2006/relationships/notesMaster" Target="/ppt/notesMasters/notesMaster1.xml" Id="Ra4b16a60afb646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56e373df5944fe" /><Relationship Type="http://schemas.openxmlformats.org/officeDocument/2006/relationships/notesMaster" Target="/ppt/notesMasters/notesMaster1.xml" Id="R59687920e3c843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项目经理兼产品经理开场：大家好，我们介绍的项目是《血潮守望》，一款基于 Godot 4 的桌面合作搜打撤游戏。接下来由四位成员分别从项目与产品管理、程序开发、游戏美术与体验设计以及测试运维展开介绍。</a:t>
            </a:r>
          </a:p>
          <a:p xmlns:a="http://schemas.openxmlformats.org/drawingml/2006/main">
            <a:r>
              <a:t>依据：README.md；项目主视觉 assets/keyart.png。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建议采用四个岗位分工。第一位成员兼任项目经理和产品经理，负责范围、协作、交付和玩法需求。第二位程序开发工程师负责系统与联机，第三位游戏美术与体验设计师负责视觉和交互，第四位测试与运维工程师负责质量验收、部署与运行维护。这里是建议分工，正式答辩前可以对应到实际成员姓名。整场建议控制在十五至十八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依据：建议团队组织方案，不代表已核实的个人贡献记录。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项目以可反复游玩的完整流程为目标。玩家可以单人体验，也可以进行二至四人合作，从营地准备进入地图，在搜刮和战斗中成长，最后通过撤离进行结算。目前工程包含三日远征、角色装备、背包与成长，以及账号和服务器房间。Windows 桌面端是当前主要交付形式。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依据：README.md；project.godot；SERVER.md。画面：build/area-combat.png。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项目与产品负责人：这一段展示进入战局前的准备过程。玩家在营地选择角色，了解装备和天赋，再决定出征。建议录下三名角色切换以及点击出发前的界面。 画面预留为 16:10。录制后在 PowerPoint 中插入 GIF，按比例放入占位区域并删除提示文字。放映模式下检查动画，避免裁掉生命栏、装备栏和操作结果。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依据：待由演示者录制的游戏实机画面；本页不含已录制的 GIF。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前两个探索日各有五分钟的探索与缩圈过程，Boss 战和整备时间另计，因此不能将完整一局简单说成十五分钟。第一天不能撤离，需要战胜黎明 Boss。第二天开放撤离，在战胜强化 Boss 后，玩家还能独立选择离开或留下。第三天直接挑战血潮女王，获胜后再安全撤离。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依据：EXPEDITION.md；scripts/expedition.gd。画面：build/raid-boss2.png。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项目与产品负责人：这一段展示三日远征的战斗压力。玩家需要先看懂攻击范围，再选择走位或闪避时机。建议截取一次完整的预警、攻击和躲避过程。 画面预留为 16:10。录制后在 PowerPoint 中插入 GIF，按比例放入占位区域并删除提示文字。放映模式下检查动画，避免裁掉生命栏、装备栏和操作结果。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依据：待由演示者录制的游戏实机画面；本页不含已录制的 GIF。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需要在容器空间、装备收益和死亡损失之间做取舍。固定四乘四的次元口袋保全物资，角色背包随品质扩大但有死亡掉落风险。开局临时武器保证基本作战，真正的武器需要局内搜到并装备。装备在战局中提升能力，而安全撤离和结算进一步支持局外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依据：scripts/catalog.gd；README.md。画面：build/ui-inventory-equipped.png。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客户端以 Godot 4 和 GDScript 实现。main 负责界面和输入，session 负责战斗、物资、权威模拟与结算，catalog 和 profile 管理资源规则和进度。地图及远征系统拆分为独立脚本。这个分层使规则验证可以独立于画面进行，也便于定位界面问题与逻辑问题。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依据：project.godot；scripts/main.gd；scripts/session.gd；scripts/catalog.gd；scripts/profile.gd；scripts/ruins.gd；scripts/expedition.gd。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当前有两条联机路径。IP 直连采用 ENet 房主权威模式，服务器房间则由独立 Godot 进程进行权威模拟，Python API 和 SQLite 提供账号、房间及云存档服务。云存档通过版本号检测冲突，并保留本地进度。相关功能已有本机验证记录，但默认服务器地址仍是占位配置，正式联网使用需要实际部署。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依据：SERVER.md；scripts/online_service.gd；server/app.py；server/room.gd。画面：build/server-rooms-screen.png。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程序开发负责人：这一段展示输入、角色动作和伤害反馈如何衔接。建议连续录制普通攻击以及一次技能，保留技能释放前后的战场变化。若奥义动画较长，可以单独截取完整奥义片段。 画面预留为 16:10。录制后在 PowerPoint 中插入 GIF，按比例放入占位区域并删除提示文字。放映模式下检查动画，避免裁掉生命栏、装备栏和操作结果。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依据：待由演示者录制的游戏实机画面；本页不含已录制的 GIF。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以哥特建筑、血月与角色插画建立统一主题。三位角色通过色彩、武器和技能形成识别差异：绯月偏向近战，雪璃提供远程输出与治疗，鸦羽强调范围打击和护身。素材以项目内生成插画和动作图集为基础，再进行整理和游戏内适配，汇报时不将其说成全部由成员手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依据：ART-DIRECTION.md；scripts/catalog.gd；README.md。素材：assets/portrait-0.png、portrait-1.png、portrait-2.png。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月冠边境通过六大地貌区和十八处据点提供探索空间，道路、桥梁与撤离点帮助玩家安排路线。Boss 使用独立剪影、立绘与动作资源，战斗危险区采用预警来表达范围。视觉设计既承担氛围，也要让玩家看懂地形、敌人和攻击时机。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依据：MAP-UPDATE.md；EXPEDITION.md；BOSS-VFX.md。素材：build/map-atlas.png；assets/bosses/blood-queen-portrait.png。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交互重点是让状态和操作结果及时可见。背包拖拽时显示真实占格与落点，旋转后的预览应该和实际放置一致。战斗中用生命、武器和技能状态辅助判断，Boss 预警提示危险区域。声音通过距离衰减和分组混音提供反馈，角色语音与奥义播放时音乐会降低音量。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依据：README.md；UI-ART-UPDATE.md；BOSS-VFX.md；MUSIC.md。画面：build/ui-mouse-rotate-relic.png。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游戏美术与体验设计负责人：这一段展示背包交互。建议打开背包，移动一件物品、按 R 旋转，再将武器装备到槽位。录制时放慢鼠标移动，清楚展示占格预览和最终落位。 画面预留为 16:10。录制后在 PowerPoint 中插入 GIF，按比例放入占位区域并删除提示文字。放映模式下检查动画，避免裁掉生命栏、装备栏和操作结果。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依据：待由演示者录制的游戏实机画面；本页不含已录制的 GIF。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重点是规则正确性、界面交互和多进程联机。服务端说明记录了五百八十三项规则检查及四人服务器房间验证。对背包尤其关注旋转占格、装备和保存时的信息保全。需要如实说明，这些是项目已有记录，本次汇报没有重新运行测试。不同阶段的 UI 回归记录存在失败，不能简单宣称所有测试都通过。公网环境和长时间完整游玩仍需继续验证。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依据：SERVER.md 的本机验证结果；TEST-REPORT.md；EXPEDITION.md 的验证边界；tests/。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与运维岗位负责制定验收用例、记录缺陷并确认修复。建议先跑规则和服务端自动化，再验证真实界面操作，最后进行多人整局体验。缺陷记录应包含版本、复现步骤、预期与实际结果，并附日志或截图。程序修复后复测原问题及相邻功能。影响出征、结算或存档的问题优先处理。以下流程是岗位职责与后续验收安排，不表示这些工作已经全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依据：tests/systems.gd；tests/ui.gd；tests/network.gd；tests/test_server.py；TEST-REPORT.md；流程为建议。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运维负责使客户端、API 和房间进程正常协作。当前项目提供 Linux amd64 的 Docker 部署说明，部署前需要配置真实域名、开放 HTTPS 与房间 UDP 端口，并让客户端使用正确地址。运行期间检查 API、房间工作进程和日志。数据库使用 SQLite 在线备份或停服备份，发布前保留可回退版本。服务重启后账号和云存档可保留，但正在进行的房间需要重建，远征不支持断线恢复。这里介绍的是部署方案，不能据此宣称公网已经上线。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依据：SERVER.md；server/DOCKER.md；compose.yaml；server/Caddyfile.docker。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现场建议先展示营地选人与出征，再演示一个据点的战斗、物资搜索与背包装备。完整三日远征比较长，可以提前准备 Boss 与撤离选择环节的录屏。最后展示结算和成长。如果要演示联机，应提前启动本机服务并准备好客户端，避免依赖尚未部署的公网地址。以下时长是演示安排建议。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依据：根据 README.md、EXPEDITION.md 和 SERVER.md 设计的演示建议。画面：build/raid-choice.png。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项目已形成从营地准备到探索战斗、撤离结算及长期成长的可玩流程，并加入了三日远征和在线服务能力。第一位成员统筹项目和产品，第二位实现程序，第三位完善视觉与体验，第四位负责测试和运维。下一步优先完成当前版本的整局体验和 UI 回归，再进行公网验证与难度微调。以上是《血潮守望》的介绍，欢迎提出问题。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依据：README.md；SERVER.md；EXPEDITION.md；后续计划为建议。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904c8f0c54c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a13e84dd24b70" /><Relationship Type="http://schemas.openxmlformats.org/officeDocument/2006/relationships/slideLayout" Target="/ppt/slideLayouts/slideLayout1.xml" Id="R0ccce30b0a9a40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cce30b0a9a40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16b843cd944fe" /><Relationship Type="http://schemas.openxmlformats.org/officeDocument/2006/relationships/image" Target="/ppt/media/image.png" Id="R469b4f569a524bfd" /><Relationship Type="http://schemas.openxmlformats.org/officeDocument/2006/relationships/notesSlide" Target="/ppt/notesSlides/notesSlide1.xml" Id="R5658ff4c039d47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06b7ce4af4f35" /><Relationship Type="http://schemas.openxmlformats.org/officeDocument/2006/relationships/notesSlide" Target="/ppt/notesSlides/notesSlide2.xml" Id="Ra46cc7b3b0ef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38215f63e4749" /><Relationship Type="http://schemas.openxmlformats.org/officeDocument/2006/relationships/image" Target="/ppt/media/image2.png" Id="R77eb1c1705a6481d" /><Relationship Type="http://schemas.openxmlformats.org/officeDocument/2006/relationships/notesSlide" Target="/ppt/notesSlides/notesSlide3.xml" Id="R9c7eb4fe760a4c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39edc72f34ecd" /><Relationship Type="http://schemas.openxmlformats.org/officeDocument/2006/relationships/notesSlide" Target="/ppt/notesSlides/notesSlide4.xml" Id="R6528130465cf43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a3a45f3ae4a60" /><Relationship Type="http://schemas.openxmlformats.org/officeDocument/2006/relationships/image" Target="/ppt/media/image3.png" Id="Rc91470b11c774be0" /><Relationship Type="http://schemas.openxmlformats.org/officeDocument/2006/relationships/notesSlide" Target="/ppt/notesSlides/notesSlide5.xml" Id="Ree2537732d124e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a9c8ea6e74f6d" /><Relationship Type="http://schemas.openxmlformats.org/officeDocument/2006/relationships/notesSlide" Target="/ppt/notesSlides/notesSlide6.xml" Id="Rb9b4707fe93b4c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652ca4ec4208" /><Relationship Type="http://schemas.openxmlformats.org/officeDocument/2006/relationships/image" Target="/ppt/media/image4.png" Id="Rbd254bdcb5b444b7" /><Relationship Type="http://schemas.openxmlformats.org/officeDocument/2006/relationships/notesSlide" Target="/ppt/notesSlides/notesSlide7.xml" Id="R7eccb10a105a4e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13d8bf4484376" /><Relationship Type="http://schemas.openxmlformats.org/officeDocument/2006/relationships/notesSlide" Target="/ppt/notesSlides/notesSlide8.xml" Id="R94d50d25c0fc43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b9c0100304e5a" /><Relationship Type="http://schemas.openxmlformats.org/officeDocument/2006/relationships/image" Target="/ppt/media/image5.png" Id="R92cebc9928cf4eb3" /><Relationship Type="http://schemas.openxmlformats.org/officeDocument/2006/relationships/notesSlide" Target="/ppt/notesSlides/notesSlide9.xml" Id="R4c27199efc1a4b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6d53ba6f44f96" /><Relationship Type="http://schemas.openxmlformats.org/officeDocument/2006/relationships/notesSlide" Target="/ppt/notesSlides/notesSlide10.xml" Id="Reabb4cbe3bfb49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3c6ee54cb4482" /><Relationship Type="http://schemas.openxmlformats.org/officeDocument/2006/relationships/image" Target="/ppt/media/image6.png" Id="R0104df240a8f4512" /><Relationship Type="http://schemas.openxmlformats.org/officeDocument/2006/relationships/image" Target="/ppt/media/image7.png" Id="Rb65367b4657c423a" /><Relationship Type="http://schemas.openxmlformats.org/officeDocument/2006/relationships/image" Target="/ppt/media/image8.png" Id="R78afd73908f84e1e" /><Relationship Type="http://schemas.openxmlformats.org/officeDocument/2006/relationships/notesSlide" Target="/ppt/notesSlides/notesSlide11.xml" Id="Rda60a66c10464b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d95462ac2486f" /><Relationship Type="http://schemas.openxmlformats.org/officeDocument/2006/relationships/image" Target="/ppt/media/image9.png" Id="Ra682fd879ebe4624" /><Relationship Type="http://schemas.openxmlformats.org/officeDocument/2006/relationships/image" Target="/ppt/media/image10.png" Id="Rd73f3c064704481e" /><Relationship Type="http://schemas.openxmlformats.org/officeDocument/2006/relationships/notesSlide" Target="/ppt/notesSlides/notesSlide12.xml" Id="Rad6db8a313b340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269a4f4a0457a" /><Relationship Type="http://schemas.openxmlformats.org/officeDocument/2006/relationships/image" Target="/ppt/media/image11.png" Id="Rcf1beabf9a934e23" /><Relationship Type="http://schemas.openxmlformats.org/officeDocument/2006/relationships/notesSlide" Target="/ppt/notesSlides/notesSlide13.xml" Id="R09ec6f13773d46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f73e2b9434638" /><Relationship Type="http://schemas.openxmlformats.org/officeDocument/2006/relationships/notesSlide" Target="/ppt/notesSlides/notesSlide14.xml" Id="Re9a06455ce704c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43af19eaa4c44" /><Relationship Type="http://schemas.openxmlformats.org/officeDocument/2006/relationships/notesSlide" Target="/ppt/notesSlides/notesSlide15.xml" Id="R07c3e1eedc214d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8d21443f14876" /><Relationship Type="http://schemas.openxmlformats.org/officeDocument/2006/relationships/notesSlide" Target="/ppt/notesSlides/notesSlide16.xml" Id="R7d01cb6b320f4c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633b7e35a4c68" /><Relationship Type="http://schemas.openxmlformats.org/officeDocument/2006/relationships/notesSlide" Target="/ppt/notesSlides/notesSlide17.xml" Id="R53556f51556a47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eea786a7c4c33" /><Relationship Type="http://schemas.openxmlformats.org/officeDocument/2006/relationships/image" Target="/ppt/media/image12.png" Id="Rb0cc248336c84954" /><Relationship Type="http://schemas.openxmlformats.org/officeDocument/2006/relationships/notesSlide" Target="/ppt/notesSlides/notesSlide18.xml" Id="Rde8fa3429ec247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a1bfafa04cf2" /><Relationship Type="http://schemas.openxmlformats.org/officeDocument/2006/relationships/notesSlide" Target="/ppt/notesSlides/notesSlide19.xml" Id="Rc82559590df443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b4f569a524bfd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E5EF4-5567-486F-8224-3DB8218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血潮守望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5D34B-367E-4284-A931-D0279473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CRIMSON TIDE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2528B-1C0D-49BF-B02C-2974754C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四人团队项目介绍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98072-B5E1-40B7-97E7-6F71555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合作搜打撤游戏 · Godot 4</a:t>
            </a:r>
          </a:p>
        </p:txBody>
      </p:sp>
    </p:spTree>
    <p:extLst>
      <p:ext uri="{BB962C8B-B14F-4D97-AF65-F5344CB8AC3E}">
        <p14:creationId xmlns:p14="http://schemas.microsoft.com/office/powerpoint/2010/main" val="1418675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7333A-F9E9-4892-AA39-1624672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CD6EE-9326-4A44-909F-A7CCEDD4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四人分工与汇报安排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00CBB-E6C4-41EE-9F80-72D75290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6EC90-D079-42CF-877E-0E3F4AA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成员一  项目经理兼产品经理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6153C-A5B9-4A03-B892-DAB1C9BE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项目规划、协作交付、玩法与产品体验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46D0B-CE0D-4577-9C4E-0177B9AB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431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1–7 页，结尾总结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F32F1-C5BC-403C-9BDC-CBCDA3A3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成员二  程序开发工程师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334C7-E613-47CD-8638-BE8DEB3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核心系统、联机服务、数据存储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7DED3-012F-4964-93C3-37D434EB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242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8–10 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2ECE5-91C0-416E-A0B9-289452B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成员三  游戏美术与体验设计师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253D1-6B5B-456D-B345-01CEB98B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角色场景、界面与战斗反馈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1BF58-9D5D-4345-A74F-A7541D6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0527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11–14 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1B4B2-CD6C-41F7-9892-F2AAA15D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成员四  测试与运维工程师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43506-B9D9-4140-B828-003C1F3C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测试验收、缺陷跟踪、部署与维护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CAE7B-B2F1-49B6-A32E-58AFDDD3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86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第 15–18 页</a:t>
            </a:r>
          </a:p>
        </p:txBody>
      </p:sp>
    </p:spTree>
    <p:extLst>
      <p:ext uri="{BB962C8B-B14F-4D97-AF65-F5344CB8AC3E}">
        <p14:creationId xmlns:p14="http://schemas.microsoft.com/office/powerpoint/2010/main" val="478814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A36B8-05CA-45E0-A94A-0118F017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5C5CB-9F4B-4A76-B276-DCBAF9D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项目概况与交付范围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114B9-E574-4249-B17A-B9F7D589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63F56-EC66-4CDF-B676-9F364B28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游戏定位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1566D-CA48-4591-BB43-24A4C850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哥特二次元风格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俯视角合作搜打撤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D2462-2E02-435B-A0D9-6C31D6B3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交付重点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E52E0-A15F-4D2F-B2E9-E98B3392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可反复游玩的战局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营地、远征、结算与成长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b1c1705a6481d"/>
          <a:stretch xmlns:a="http://schemas.openxmlformats.org/drawingml/2006/main"/>
        </p:blipFill>
        <p:spPr>
          <a:xfrm xmlns:a="http://schemas.openxmlformats.org/drawingml/2006/main">
            <a:off x="5000625" y="1832372"/>
            <a:ext cx="6572250" cy="41076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C6F7B-AB2D-438C-8C87-879900E6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007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Windows 桌面端，支持单人及 2–4 人合作</a:t>
            </a:r>
          </a:p>
        </p:txBody>
      </p:sp>
    </p:spTree>
    <p:extLst>
      <p:ext uri="{BB962C8B-B14F-4D97-AF65-F5344CB8AC3E}">
        <p14:creationId xmlns:p14="http://schemas.microsoft.com/office/powerpoint/2010/main" val="430603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F52F6-5149-4EB6-AC18-90FD799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49EE3-9E51-4CB3-A75E-E769264D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实机展示：营地与角色选择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D4639-6BE5-42B2-A9B1-646DC5C0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GIF占位_4">
            <a:extLst xmlns:a="http://schemas.openxmlformats.org/drawingml/2006/main">
              <a:ext uri="{FF2B5EF4-FFF2-40B4-BE49-F238E27FC236}">
                <a16:creationId xmlns:a16="http://schemas.microsoft.com/office/drawing/2014/main" id="{AADE1B5C-DFA7-4BD2-9362-C753D59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15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28"/>
          </a:solidFill>
          <a:ln xmlns:a="http://schemas.openxmlformats.org/drawingml/2006/main" w="14288">
            <a:solidFill>
              <a:srgbClr val="D9B67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GIF 占位</a:t>
            </a:r>
          </a:p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插入游戏实录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6B25B-6FD3-4B91-B439-10D2BCEC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00250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展示重点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32D67-977A-4CAB-B403-1BF45149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依次切换三位角色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展示立绘、装备和出征入口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EBB2E-48FE-4647-90C3-59AA5E9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33825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建议时长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9F077-7E56-4A9A-9BCA-BB287BEF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29125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6–8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36BF1-3968-4B88-8DFB-E41340A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553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画面比例 16:10</a:t>
            </a:r>
          </a:p>
        </p:txBody>
      </p:sp>
    </p:spTree>
    <p:extLst>
      <p:ext uri="{BB962C8B-B14F-4D97-AF65-F5344CB8AC3E}">
        <p14:creationId xmlns:p14="http://schemas.microsoft.com/office/powerpoint/2010/main" val="1208589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D4145-DDD4-432E-855A-870258A6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194D6-EC81-4459-A088-EF1516E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三日远征的节奏设计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891E6-BB3A-4A76-BA28-25E35050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07CA9-5C00-49B5-8270-01F627A0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第一天  建立战力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6E17C-F80B-4404-864C-2044CBF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搜刮与清剿，3 分钟起缩圈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击败黎明 Boss，禁止撤离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8728E-4475-4FE1-936C-342C6FE8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第二天  风险选择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3D87B-6188-4B94-ABE1-A5C8D0A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可从撤离点离场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战胜强化 Boss 后决定去留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48DF0-9086-4C12-A402-F4E1C7F2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第三天  最终挑战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4D038-FC49-42AE-B1F9-0E404FCF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直接迎战血潮女王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胜利后收取奖励并撤离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470b11c774be0"/>
          <a:stretch xmlns:a="http://schemas.openxmlformats.org/drawingml/2006/main"/>
        </p:blipFill>
        <p:spPr>
          <a:xfrm xmlns:a="http://schemas.openxmlformats.org/drawingml/2006/main">
            <a:off x="5745480" y="2038350"/>
            <a:ext cx="5806440" cy="3629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7E866-4F1F-4F44-BAE5-D8C05951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674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前两天各 5 分钟探索与缩圈，Boss 战另计</a:t>
            </a:r>
          </a:p>
        </p:txBody>
      </p:sp>
    </p:spTree>
    <p:extLst>
      <p:ext uri="{BB962C8B-B14F-4D97-AF65-F5344CB8AC3E}">
        <p14:creationId xmlns:p14="http://schemas.microsoft.com/office/powerpoint/2010/main" val="1772821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648DF-3B7B-4C5F-A987-56B6648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8D3CD-3983-4E40-99C4-0B4EA79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实机展示：Boss 预警与闪避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936C5-EFC3-48C7-AEF7-D684CFF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GIF占位_6">
            <a:extLst xmlns:a="http://schemas.openxmlformats.org/drawingml/2006/main">
              <a:ext uri="{FF2B5EF4-FFF2-40B4-BE49-F238E27FC236}">
                <a16:creationId xmlns:a16="http://schemas.microsoft.com/office/drawing/2014/main" id="{85E6515B-5792-4396-8166-E2173A3E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15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28"/>
          </a:solidFill>
          <a:ln xmlns:a="http://schemas.openxmlformats.org/drawingml/2006/main" w="14288">
            <a:solidFill>
              <a:srgbClr val="D9B67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GIF 占位</a:t>
            </a:r>
          </a:p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插入游戏实录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1B91B-15CA-49B9-B20F-45F6FF4F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00250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展示重点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E3833-5161-45ED-BF2C-427B0691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预警出现后移动闪避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保留 Boss 血条与技能范围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BB2F7-28D2-444A-926C-03CF68A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33825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建议时长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B6085-3C7E-4F1F-B3AF-79F72D97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29125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8–12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0A4F3-C0F2-4C8B-9180-400F61A5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553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画面比例 16:10</a:t>
            </a:r>
          </a:p>
        </p:txBody>
      </p:sp>
    </p:spTree>
    <p:extLst>
      <p:ext uri="{BB962C8B-B14F-4D97-AF65-F5344CB8AC3E}">
        <p14:creationId xmlns:p14="http://schemas.microsoft.com/office/powerpoint/2010/main" val="1891028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06AF3-A477-482C-83E3-F3CED49D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2A3E2-E65D-4C01-BD4A-DF38701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收益与风险的设计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A4384-3854-4AD5-BF9B-39BBFBB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54bdcb5b444b7"/>
          <a:stretch xmlns:a="http://schemas.openxmlformats.org/drawingml/2006/main"/>
        </p:blipFill>
        <p:spPr>
          <a:xfrm xmlns:a="http://schemas.openxmlformats.org/drawingml/2006/main">
            <a:off x="619125" y="190500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B0BF2-28BE-4DC3-9104-B88C367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90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空间选择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DEE5D-EBD9-4824-81E1-00DE1BB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86025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次元口袋 4×4，永久保全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角色背包 3×3 至 8×8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A9E78-9A72-48E6-9836-B2D99C57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814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战力选择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CDB91-EDDE-45B8-9CD4-FD72B82D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搜到武器后装备使用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高品质装备提高当局能力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F61A0-811A-4EB7-99C7-2987750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379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更多战利品，更高撤离风险</a:t>
            </a:r>
          </a:p>
        </p:txBody>
      </p:sp>
    </p:spTree>
    <p:extLst>
      <p:ext uri="{BB962C8B-B14F-4D97-AF65-F5344CB8AC3E}">
        <p14:creationId xmlns:p14="http://schemas.microsoft.com/office/powerpoint/2010/main" val="2024503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4F6E8-AEB9-4AF4-8F9C-3EC98D3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02  程序开发工程师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1ABBA-9CA1-4A51-A3C5-7D34E3A2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Godot 原生系统架构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7013C-04E6-4541-8F45-698E4615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2AC02-A6A8-4364-8520-EDC7A3B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界面与输入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F19E2-0A39-4D90-87A5-A0D273D9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main.gd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营地、HUD、背包与操作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4651C-3C15-4854-B72F-4E1ADE1A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38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权威规则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59087-CC8F-48AF-9655-2F4CAB9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session.gd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战斗、物资、撤离与结算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27CDA-38C2-4B4D-95E6-2CD5BA3A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数据与成长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8EDB3-8634-4BDC-8836-D0E91646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catalog.gd / profile.gd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角色、装备、容器与存档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FEACE-3074-4240-8225-F2E8B401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386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地图与远征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88B9F-95AD-4EDE-BA33-F46FFC29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339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ruins.gd / expedition.gd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地形碰撞、阶段与 Boss</a:t>
            </a:r>
          </a:p>
        </p:txBody>
      </p:sp>
    </p:spTree>
    <p:extLst>
      <p:ext uri="{BB962C8B-B14F-4D97-AF65-F5344CB8AC3E}">
        <p14:creationId xmlns:p14="http://schemas.microsoft.com/office/powerpoint/2010/main" val="174979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87907-9337-49CB-BFBE-05AA81E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02  程序开发工程师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7A862-86AB-4E2B-8526-D9DC77FD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联机、账号与云存档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068AA-8F5B-43E9-A3FE-C90C171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DC013-401C-4C18-875C-99EF913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两种联机入口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D22C2-94A8-4AF5-8757-2C2B617A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IP 直连：ENet 房主权威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服务器房间：独立权威进程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1A0B1-567A-449C-A68A-7C930DA9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在线进度服务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8B7C7-857D-4A33-99AA-A9C91B7D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Python API 与 SQLite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版本冲突检测、本地备份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ebc9928cf4eb3"/>
          <a:stretch xmlns:a="http://schemas.openxmlformats.org/drawingml/2006/main"/>
        </p:blipFill>
        <p:spPr>
          <a:xfrm xmlns:a="http://schemas.openxmlformats.org/drawingml/2006/main">
            <a:off x="5486400" y="1953220"/>
            <a:ext cx="6048375" cy="378023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A8250-E5A2-479D-8B67-8DD74910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943600"/>
            <a:ext cx="607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已做本机验证，公网服务需部署后使用</a:t>
            </a:r>
          </a:p>
        </p:txBody>
      </p:sp>
    </p:spTree>
    <p:extLst>
      <p:ext uri="{BB962C8B-B14F-4D97-AF65-F5344CB8AC3E}">
        <p14:creationId xmlns:p14="http://schemas.microsoft.com/office/powerpoint/2010/main" val="327361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F66B5-03C0-4254-B692-3173A43B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02  程序开发工程师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41B7F-2DCF-4A55-86C5-E3EE34FB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实机展示：攻击与技能释放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47FD5-E06D-4198-9E20-C220F12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GIF占位_10">
            <a:extLst xmlns:a="http://schemas.openxmlformats.org/drawingml/2006/main">
              <a:ext uri="{FF2B5EF4-FFF2-40B4-BE49-F238E27FC236}">
                <a16:creationId xmlns:a16="http://schemas.microsoft.com/office/drawing/2014/main" id="{7D84BACC-0253-49A3-A3E5-7E18C1AA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15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28"/>
          </a:solidFill>
          <a:ln xmlns:a="http://schemas.openxmlformats.org/drawingml/2006/main" w="14288">
            <a:solidFill>
              <a:srgbClr val="D9B67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GIF 占位</a:t>
            </a:r>
          </a:p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插入游戏实录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E754A-C52F-4EA7-A7EF-B1B19E00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00250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展示重点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5F47A-F9B6-4462-97F1-14C93689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普通攻击与命中反馈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接一次角色技能或闪避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75AD9-3229-4C7B-A159-A28EA63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33825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建议时长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64C45-7385-49D4-8C64-58940087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29125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8–12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38A8F-34D3-4E0F-9FA5-EDED4473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553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画面比例 16:10</a:t>
            </a:r>
          </a:p>
        </p:txBody>
      </p:sp>
    </p:spTree>
    <p:extLst>
      <p:ext uri="{BB962C8B-B14F-4D97-AF65-F5344CB8AC3E}">
        <p14:creationId xmlns:p14="http://schemas.microsoft.com/office/powerpoint/2010/main" val="20732676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858CC-3315-4AE2-A21C-10A42044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03  游戏美术与体验设计师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AFBAE-FE24-4886-9DE3-36ECC8D0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哥特二次元的角色表达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4531D-0FA3-4DA6-9C4A-447A7644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df240a8f4512"/>
          <a:stretch xmlns:a="http://schemas.openxmlformats.org/drawingml/2006/main"/>
        </p:blipFill>
        <p:spPr>
          <a:xfrm xmlns:a="http://schemas.openxmlformats.org/drawingml/2006/main">
            <a:off x="1131888" y="1657350"/>
            <a:ext cx="2298700" cy="3448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FCF2-49E3-4E6D-8006-40E241F4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00650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绯月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99BF9-777B-4B3A-B8B0-64797006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7215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近战切入 · 红莲月华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367b4657c423a"/>
          <a:stretch xmlns:a="http://schemas.openxmlformats.org/drawingml/2006/main"/>
        </p:blipFill>
        <p:spPr>
          <a:xfrm xmlns:a="http://schemas.openxmlformats.org/drawingml/2006/main">
            <a:off x="4979988" y="1657350"/>
            <a:ext cx="2298700" cy="3448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B8600-1149-46D3-AF98-5A0083B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00650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雪璃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E59E7-BC48-413D-A7E9-18151257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77215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远程支援 · 拂晓之祈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fd73908f84e1e"/>
          <a:stretch xmlns:a="http://schemas.openxmlformats.org/drawingml/2006/main"/>
        </p:blipFill>
        <p:spPr>
          <a:xfrm xmlns:a="http://schemas.openxmlformats.org/drawingml/2006/main">
            <a:off x="8828088" y="1657350"/>
            <a:ext cx="2298700" cy="3448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17593-4EA4-4D7C-A29B-E3DBD4CC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00650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鸦羽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8F0ED-D9CB-4177-AEFA-A968746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7215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范围打击 · 夜鸦断罪</a:t>
            </a:r>
          </a:p>
        </p:txBody>
      </p:sp>
    </p:spTree>
    <p:extLst>
      <p:ext uri="{BB962C8B-B14F-4D97-AF65-F5344CB8AC3E}">
        <p14:creationId xmlns:p14="http://schemas.microsoft.com/office/powerpoint/2010/main" val="18394501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91811-B89C-4801-B6BD-948E3CDF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03  游戏美术与体验设计师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08619-36CD-45E3-B6EA-EEA3991F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地图与 Boss 的视觉识别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E55A6-20AC-4AB1-9398-9DD59C1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2fd879ebe4624"/>
          <a:stretch xmlns:a="http://schemas.openxmlformats.org/drawingml/2006/main"/>
        </p:blipFill>
        <p:spPr>
          <a:xfrm xmlns:a="http://schemas.openxmlformats.org/drawingml/2006/main">
            <a:off x="902017" y="1781175"/>
            <a:ext cx="6187440" cy="38671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3c064704481e"/>
          <a:stretch xmlns:a="http://schemas.openxmlformats.org/drawingml/2006/main"/>
        </p:blipFill>
        <p:spPr>
          <a:xfrm xmlns:a="http://schemas.openxmlformats.org/drawingml/2006/main">
            <a:off x="8353425" y="1571625"/>
            <a:ext cx="27813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ACA9F-453A-403F-B809-24AE4C4E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619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月冠边境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45E20-8432-4CE9-9D0D-44A238B6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六大地貌区，18 个据点，三桥四撤离点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AC10A-9796-42DE-987E-C4633A3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38825"/>
            <a:ext cx="3705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血潮女王 · 永夜月冠</a:t>
            </a:r>
          </a:p>
        </p:txBody>
      </p:sp>
    </p:spTree>
    <p:extLst>
      <p:ext uri="{BB962C8B-B14F-4D97-AF65-F5344CB8AC3E}">
        <p14:creationId xmlns:p14="http://schemas.microsoft.com/office/powerpoint/2010/main" val="5335316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7A56C-A2B0-40A6-8FF8-6C7380AA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03  游戏美术与体验设计师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BDA51-10D1-4D06-9D1C-E552D81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界面与战斗反馈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E0201-D2C2-4C7A-B72F-491A82BB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beabf9a934e23"/>
          <a:stretch xmlns:a="http://schemas.openxmlformats.org/drawingml/2006/main"/>
        </p:blipFill>
        <p:spPr>
          <a:xfrm xmlns:a="http://schemas.openxmlformats.org/drawingml/2006/main">
            <a:off x="630555" y="1847850"/>
            <a:ext cx="6797040" cy="4248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54074-1254-4846-B164-A6BA55B3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716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背包反馈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5912E-6105-4DE9-AE44-1DA46A4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66975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拖拽跟随、真实占格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旋转预览与装备槽提示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0088C-5D95-4A06-B637-5B2FBD18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战斗反馈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BB7AA-8985-4587-8BBE-0F1E8231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4815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技能预警、命中与生命变化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语音、音效及音乐压低</a:t>
            </a:r>
          </a:p>
        </p:txBody>
      </p:sp>
    </p:spTree>
    <p:extLst>
      <p:ext uri="{BB962C8B-B14F-4D97-AF65-F5344CB8AC3E}">
        <p14:creationId xmlns:p14="http://schemas.microsoft.com/office/powerpoint/2010/main" val="1194099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6D95C-28BB-4FF9-B4A2-5F06A5E2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03  游戏美术与体验设计师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25771-79F5-403A-98EC-179567DD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实机展示：背包拖拽与装备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11848-0C31-49DD-B894-BE6DDD7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GIF占位_14">
            <a:extLst xmlns:a="http://schemas.openxmlformats.org/drawingml/2006/main">
              <a:ext uri="{FF2B5EF4-FFF2-40B4-BE49-F238E27FC236}">
                <a16:creationId xmlns:a16="http://schemas.microsoft.com/office/drawing/2014/main" id="{EA7DF91B-7829-4E2F-A475-2B2ADB90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15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28"/>
          </a:solidFill>
          <a:ln xmlns:a="http://schemas.openxmlformats.org/drawingml/2006/main" w="14288">
            <a:solidFill>
              <a:srgbClr val="D9B67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GIF 占位</a:t>
            </a:r>
          </a:p>
          <a:p xmlns:a="http://schemas.openxmlformats.org/drawingml/2006/main">
            <a:pPr algn="ctr">
              <a:def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插入游戏实录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48EEC-F26F-4CA2-AB0E-B5F2E4C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00250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展示重点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5155D-62A0-42CE-8417-74113315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拖动物品并旋转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放入空位，随后装备武器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CAF67-3C35-45BF-8DFB-3E8C2E1F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33825"/>
            <a:ext cx="3209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建议时长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32EC4-2839-4A76-BE5D-6BD158E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29125"/>
            <a:ext cx="3209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8–12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64545-EED5-4E88-807F-5C00E35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553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画面比例 16:10</a:t>
            </a:r>
          </a:p>
        </p:txBody>
      </p:sp>
    </p:spTree>
    <p:extLst>
      <p:ext uri="{BB962C8B-B14F-4D97-AF65-F5344CB8AC3E}">
        <p14:creationId xmlns:p14="http://schemas.microsoft.com/office/powerpoint/2010/main" val="20422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C9EE9-A797-4E79-A244-D84CA63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39ACA-35AE-42F8-AF23-81E7A25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验证重点与当前边界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50B52-7457-4CF2-A19A-B8A9474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54B27-122A-4BE5-A1F0-7BDF09ED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规则与数据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A0314-8ECA-457B-BFF3-730558C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战斗伤害、容器占格、装备切换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死亡掉落、撤离奖励、存档往返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17950-FEB0-4C87-8171-2E7B5100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907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网络与服务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7D507-0C19-49B9-93D0-8F3C9DD1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860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多进程联机、状态与技能同步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账号隔离、云存档冲突、管理权移交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B836E-6CF6-40DC-8BB1-5108CB76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已有记录：583 项规则检查，四人服务器房间本机验证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A3378-E7EC-4236-9D0A-01EB451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待验证：公网延迟与丢包、长时游玩、完整 UI 回归及数值平衡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5CBB1-A3CD-4E0A-8BAC-6C8A363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测试数据引用项目记录；部分旧 UI 回归曾失败，需按当前版本复测</a:t>
            </a:r>
          </a:p>
        </p:txBody>
      </p:sp>
    </p:spTree>
    <p:extLst>
      <p:ext uri="{BB962C8B-B14F-4D97-AF65-F5344CB8AC3E}">
        <p14:creationId xmlns:p14="http://schemas.microsoft.com/office/powerpoint/2010/main" val="16026936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BFD69-1970-410D-9122-45B649C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81D0D-BD3F-4E5F-86B6-4171FECE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测试流程与缺陷管理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5EFA2-B833-4E5E-AC64-868E589C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77B96-9C3B-46D1-B3E9-B8ABF550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自动化回归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6653C-AA4C-4684-A225-09E17DAD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规则、存档和容器数据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账号接口与多进程房间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D117C-3364-469B-86F3-73D8D04A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实际体验验收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A6804-085F-483C-A821-2B7E19B6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选人出征、搜索拖拽、装备使用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Boss 战、独立撤离与最终结算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212B9-F113-4493-B600-382DCFE9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缺陷闭环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4DDB7-85D6-4A72-928B-E5A45F96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0532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记录版本与复现步骤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开发修复后复测并检查相关功能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F9DDE-DF3B-4A96-B1F2-7CAA2B29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发布检查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01F7A-236E-46BA-B6F0-B1C95781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启动正常、存档可读、版本一致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关键故障解决后再交付演示</a:t>
            </a:r>
          </a:p>
        </p:txBody>
      </p:sp>
    </p:spTree>
    <p:extLst>
      <p:ext uri="{BB962C8B-B14F-4D97-AF65-F5344CB8AC3E}">
        <p14:creationId xmlns:p14="http://schemas.microsoft.com/office/powerpoint/2010/main" val="1934095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5E2FE-3415-49F1-B8C4-CF8DD3E9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E49E9-3D4C-40A2-A49B-7398444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服务部署与运行维护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F1AA7-C9EC-4E44-957E-E0D59D39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27DBF-75FC-4708-ACA7-DA0F6C1B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部署配置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3E64D-72E7-4E80-A0BC-F5FA138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Linux amd64，Docker Compose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真实域名、HTTPS 与客户端地址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32DDB-3216-4D0F-8221-CA16EA3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网络入口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3FEBF-98C3-441E-9C7C-2D2A693C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TCP 80 / 443：证书与 API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UDP 24900–24915：游戏房间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9EDC8-5FDE-4B87-AF3C-FB5DEF88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运行维护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C0FAF-343E-4CFC-BC06-CC7504FF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检查 API、房间进程与日志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备份数据库，保留可回退版本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19DEF-7565-4AE0-AACA-738A7D3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76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故障恢复边界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09681-1554-4DB8-833A-1A081314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重启保留账号与云存档</a:t>
            </a:r>
          </a:p>
          <a:p xmlns:a="http://schemas.openxmlformats.org/drawingml/2006/main">
            <a:pPr>
              <a:def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房间需重建，远征不能断线恢复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96561-C5BC-4B49-97A8-488D5719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上线前仍需完成公网联通、延迟与容量验证</a:t>
            </a:r>
          </a:p>
        </p:txBody>
      </p:sp>
    </p:spTree>
    <p:extLst>
      <p:ext uri="{BB962C8B-B14F-4D97-AF65-F5344CB8AC3E}">
        <p14:creationId xmlns:p14="http://schemas.microsoft.com/office/powerpoint/2010/main" val="15477685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214EA-565C-4706-86DA-EA60279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04  测试与运维工程师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F586B-D48B-4733-BD7A-0B62D9A2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现场演示顺序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AFCA3-8629-4C22-B3A7-C1D05EFA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F53B8-A27C-4DA0-8035-33249E74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E6407-1536-4D2E-8CD8-FA9E177E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335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营地选人和出征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78170-55D7-491C-B809-05851ADD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003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30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51C10-F593-4429-9EFA-3255385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E6382-B7B6-483C-ADF2-7CC0BF3F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90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据点战斗、搜刮与装备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5BC50-34B3-4DB4-A006-A10E5EAB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575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60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6FDE2-09B9-4CCF-A915-DB2D260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EA045-773B-4965-9676-5FC4681A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481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Boss 预警与撤离选择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72303-91BF-4DCD-9D30-8C9F4F4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45 秒，预备录屏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AA855-599A-4B88-841C-244E51B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628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D9F88-0B11-4CC1-9DC7-ED6E7B6B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054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结算、天赋和下一局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2D83F-8361-4857-BB1F-F709709A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5721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约 30 秒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c248336c84954"/>
          <a:stretch xmlns:a="http://schemas.openxmlformats.org/drawingml/2006/main"/>
        </p:blipFill>
        <p:spPr>
          <a:xfrm xmlns:a="http://schemas.openxmlformats.org/drawingml/2006/main">
            <a:off x="6584633" y="2305050"/>
            <a:ext cx="4937760" cy="3086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981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B97D5-CA1C-4BA4-9281-F90171E1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01  项目经理兼产品经理收尾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EBBC2-8612-457B-8B35-81BEB40E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项目总结与下一步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EBA5E-6E66-473A-84B4-E822A0B3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3B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E3111-2F8D-4DF9-8F26-DC8E6F8F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1076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D9B67C"/>
                </a:solidFill>
                <a:latin typeface="Microsoft YaHei"/>
                <a:ea typeface="Microsoft YaHei"/>
                <a:cs typeface="Microsoft YaHei"/>
              </a:rPr>
              <a:t>已形成可反复游玩的合作搜打撤流程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F3F28-4221-4ACA-A363-5E8643A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项目与产品统筹方向，程序开发实现系统</a:t>
            </a:r>
          </a:p>
          <a:p xmlns:a="http://schemas.openxmlformats.org/drawingml/2006/main">
            <a:pPr>
              <a:def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美术设计完善体验，测试运维保障质量与运行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ED9D1-D059-4077-A4A8-8C8FC4C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EEE6"/>
                </a:solidFill>
                <a:latin typeface="Microsoft YaHei"/>
                <a:ea typeface="Microsoft YaHei"/>
                <a:cs typeface="Microsoft YaHei"/>
              </a:rPr>
              <a:t>下一步：完整通关与 UI 回归、公网验证、难度与掉落调整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297C-BEBB-4C8A-A42A-A03A6C6F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E8197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1159410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2026-09-23T02:42:19.0900000Z</dcterms:created>
  <dcterms:modified xsi:type="dcterms:W3CDTF">2026-09-23T02:42:19.0900000Z</dcterms:modified>
</coreProperties>
</file>