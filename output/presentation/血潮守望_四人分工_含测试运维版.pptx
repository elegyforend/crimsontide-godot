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c1847370094a3c" /><Relationship Type="http://schemas.openxmlformats.org/officeDocument/2006/relationships/extended-properties" Target="/docProps/app.xml" Id="Ra5245986f0a34aac" /><Relationship Type="http://schemas.openxmlformats.org/officeDocument/2006/relationships/officeDocument" Target="/ppt/presentation.xml" Id="R0679a8b6e8c7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695671dba74e0a"/>
  </p:sldMasterIdLst>
  <p:notesMasterIdLst>
    <p:notesMasterId xmlns:r="http://schemas.openxmlformats.org/officeDocument/2006/relationships" r:id="Rda7f9660c5b24a01"/>
  </p:notesMasterIdLst>
  <p:sldIdLst>
    <p:sldId xmlns:r="http://schemas.openxmlformats.org/officeDocument/2006/relationships" id="256" r:id="Rbb18a5167265473a"/>
    <p:sldId xmlns:r="http://schemas.openxmlformats.org/officeDocument/2006/relationships" id="257" r:id="Rdbbedd0aff3e4e75"/>
    <p:sldId xmlns:r="http://schemas.openxmlformats.org/officeDocument/2006/relationships" id="258" r:id="Rd39bffc74bac4eed"/>
    <p:sldId xmlns:r="http://schemas.openxmlformats.org/officeDocument/2006/relationships" id="259" r:id="R3fc24542fbe34881"/>
    <p:sldId xmlns:r="http://schemas.openxmlformats.org/officeDocument/2006/relationships" id="260" r:id="Ra7058df028934dd4"/>
    <p:sldId xmlns:r="http://schemas.openxmlformats.org/officeDocument/2006/relationships" id="261" r:id="R2343682657cc440a"/>
    <p:sldId xmlns:r="http://schemas.openxmlformats.org/officeDocument/2006/relationships" id="262" r:id="R53ee96e15b234c96"/>
    <p:sldId xmlns:r="http://schemas.openxmlformats.org/officeDocument/2006/relationships" id="263" r:id="R42730a2a119249a5"/>
    <p:sldId xmlns:r="http://schemas.openxmlformats.org/officeDocument/2006/relationships" id="264" r:id="R28254a808ee44f83"/>
    <p:sldId xmlns:r="http://schemas.openxmlformats.org/officeDocument/2006/relationships" id="265" r:id="R14f3ed2f4d594043"/>
    <p:sldId xmlns:r="http://schemas.openxmlformats.org/officeDocument/2006/relationships" id="266" r:id="R911f37e245044d9e"/>
    <p:sldId xmlns:r="http://schemas.openxmlformats.org/officeDocument/2006/relationships" id="267" r:id="Re85723ec9a6e4b1c"/>
    <p:sldId xmlns:r="http://schemas.openxmlformats.org/officeDocument/2006/relationships" id="268" r:id="R759b3c642a1f4440"/>
    <p:sldId xmlns:r="http://schemas.openxmlformats.org/officeDocument/2006/relationships" id="269" r:id="R3ad041fa43434f9c"/>
    <p:sldId xmlns:r="http://schemas.openxmlformats.org/officeDocument/2006/relationships" id="270" r:id="R19dcadce5ccd49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98aefdc05b43c9" /><Relationship Type="http://schemas.openxmlformats.org/officeDocument/2006/relationships/slideMaster" Target="/ppt/slideMasters/slideMaster1.xml" Id="R88695671dba74e0a" /><Relationship Type="http://schemas.openxmlformats.org/officeDocument/2006/relationships/notesMaster" Target="/ppt/notesMasters/notesMaster1.xml" Id="Rda7f9660c5b24a01" /><Relationship Type="http://schemas.openxmlformats.org/officeDocument/2006/relationships/presProps" Target="/ppt/presProps.xml" Id="R7107608cfcab49cc" /><Relationship Type="http://schemas.openxmlformats.org/officeDocument/2006/relationships/tableStyles" Target="/ppt/tableStyles.xml" Id="R6c06f5a4925f4a10" /><Relationship Type="http://schemas.openxmlformats.org/officeDocument/2006/relationships/slide" Target="/ppt/slides/slide1.xml" Id="Rbb18a5167265473a" /><Relationship Type="http://schemas.openxmlformats.org/officeDocument/2006/relationships/slide" Target="/ppt/slides/slide2.xml" Id="Rdbbedd0aff3e4e75" /><Relationship Type="http://schemas.openxmlformats.org/officeDocument/2006/relationships/slide" Target="/ppt/slides/slide3.xml" Id="Rd39bffc74bac4eed" /><Relationship Type="http://schemas.openxmlformats.org/officeDocument/2006/relationships/slide" Target="/ppt/slides/slide4.xml" Id="R3fc24542fbe34881" /><Relationship Type="http://schemas.openxmlformats.org/officeDocument/2006/relationships/slide" Target="/ppt/slides/slide5.xml" Id="Ra7058df028934dd4" /><Relationship Type="http://schemas.openxmlformats.org/officeDocument/2006/relationships/slide" Target="/ppt/slides/slide6.xml" Id="R2343682657cc440a" /><Relationship Type="http://schemas.openxmlformats.org/officeDocument/2006/relationships/slide" Target="/ppt/slides/slide7.xml" Id="R53ee96e15b234c96" /><Relationship Type="http://schemas.openxmlformats.org/officeDocument/2006/relationships/slide" Target="/ppt/slides/slide8.xml" Id="R42730a2a119249a5" /><Relationship Type="http://schemas.openxmlformats.org/officeDocument/2006/relationships/slide" Target="/ppt/slides/slide9.xml" Id="R28254a808ee44f83" /><Relationship Type="http://schemas.openxmlformats.org/officeDocument/2006/relationships/slide" Target="/ppt/slides/slide10.xml" Id="R14f3ed2f4d594043" /><Relationship Type="http://schemas.openxmlformats.org/officeDocument/2006/relationships/slide" Target="/ppt/slides/slide11.xml" Id="R911f37e245044d9e" /><Relationship Type="http://schemas.openxmlformats.org/officeDocument/2006/relationships/slide" Target="/ppt/slides/slide12.xml" Id="Re85723ec9a6e4b1c" /><Relationship Type="http://schemas.openxmlformats.org/officeDocument/2006/relationships/slide" Target="/ppt/slides/slide13.xml" Id="R759b3c642a1f4440" /><Relationship Type="http://schemas.openxmlformats.org/officeDocument/2006/relationships/slide" Target="/ppt/slides/slide14.xml" Id="R3ad041fa43434f9c" /><Relationship Type="http://schemas.openxmlformats.org/officeDocument/2006/relationships/slide" Target="/ppt/slides/slide15.xml" Id="R19dcadce5ccd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74d287af924b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c8c021a244063" /><Relationship Type="http://schemas.openxmlformats.org/officeDocument/2006/relationships/notesMaster" Target="/ppt/notesMasters/notesMaster1.xml" Id="Rfd2902ec943c45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8ec43be7e64421" /><Relationship Type="http://schemas.openxmlformats.org/officeDocument/2006/relationships/notesMaster" Target="/ppt/notesMasters/notesMaster1.xml" Id="R7eaa874a8d0247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e0f1e40f7f4115" /><Relationship Type="http://schemas.openxmlformats.org/officeDocument/2006/relationships/notesMaster" Target="/ppt/notesMasters/notesMaster1.xml" Id="R958c86bd4569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5ad01404e54e57" /><Relationship Type="http://schemas.openxmlformats.org/officeDocument/2006/relationships/notesMaster" Target="/ppt/notesMasters/notesMaster1.xml" Id="R2af007e0c0bb41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5344724857417a" /><Relationship Type="http://schemas.openxmlformats.org/officeDocument/2006/relationships/notesMaster" Target="/ppt/notesMasters/notesMaster1.xml" Id="R82c1346397fe40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df5f22788e4eb5" /><Relationship Type="http://schemas.openxmlformats.org/officeDocument/2006/relationships/notesMaster" Target="/ppt/notesMasters/notesMaster1.xml" Id="Radaf8ecec1f04b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b2b57d83a44106" /><Relationship Type="http://schemas.openxmlformats.org/officeDocument/2006/relationships/notesMaster" Target="/ppt/notesMasters/notesMaster1.xml" Id="R6cfc6968b5284b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9c5ba790a84f10" /><Relationship Type="http://schemas.openxmlformats.org/officeDocument/2006/relationships/notesMaster" Target="/ppt/notesMasters/notesMaster1.xml" Id="R9fcf7573804d41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35649442af43e8" /><Relationship Type="http://schemas.openxmlformats.org/officeDocument/2006/relationships/notesMaster" Target="/ppt/notesMasters/notesMaster1.xml" Id="Rd10da4b6029147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ab2dc3c0124139" /><Relationship Type="http://schemas.openxmlformats.org/officeDocument/2006/relationships/notesMaster" Target="/ppt/notesMasters/notesMaster1.xml" Id="R9516e31173f745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22b76943ed4317" /><Relationship Type="http://schemas.openxmlformats.org/officeDocument/2006/relationships/notesMaster" Target="/ppt/notesMasters/notesMaster1.xml" Id="R155ae21a2eb842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db0448f4fb40aa" /><Relationship Type="http://schemas.openxmlformats.org/officeDocument/2006/relationships/notesMaster" Target="/ppt/notesMasters/notesMaster1.xml" Id="R6b17b93bfe1044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dea3d994e8408d" /><Relationship Type="http://schemas.openxmlformats.org/officeDocument/2006/relationships/notesMaster" Target="/ppt/notesMasters/notesMaster1.xml" Id="R58ce45cdb06443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5d8e722c0a4cb3" /><Relationship Type="http://schemas.openxmlformats.org/officeDocument/2006/relationships/notesMaster" Target="/ppt/notesMasters/notesMaster1.xml" Id="Rae95368a51494b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8e6110aaa24f1e" /><Relationship Type="http://schemas.openxmlformats.org/officeDocument/2006/relationships/notesMaster" Target="/ppt/notesMasters/notesMaster1.xml" Id="Rcb221e7351ca43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项目经理兼产品经理开场：大家好，我们介绍的项目是《血潮守望》，一款基于 Godot 4 的桌面合作搜打撤游戏。接下来由四位成员分别从项目与产品管理、程序开发、游戏美术与体验设计以及测试运维展开介绍。</a:t>
            </a:r>
          </a:p>
          <a:p xmlns:a="http://schemas.openxmlformats.org/drawingml/2006/main">
            <a:r>
              <a:t>依据：README.md；项目主视觉 assets/keyart.png。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汇报建议采用四个岗位分工。第一位成员兼任项目经理和产品经理，负责范围、协作、交付和玩法需求。第二位程序开发工程师负责系统与联机，第三位游戏美术与体验设计师负责视觉和交互，第四位测试与运维工程师负责质量验收、部署与运行维护。这里是建议分工，正式答辩前可以对应到实际成员姓名。整场建议控制在十二至十五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依据：建议团队组织方案，不代表已核实的个人贡献记录。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项目以可反复游玩的完整流程为目标。玩家可以单人体验，也可以进行二至四人合作，从营地准备进入地图，在搜刮和战斗中成长，最后通过撤离进行结算。目前工程包含三日远征、角色装备、背包与成长，以及账号和服务器房间。Windows 桌面端是当前主要交付形式。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依据：README.md；project.godot；SERVER.md。画面：build/area-combat.png。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前两个探索日各有五分钟的探索与缩圈过程，Boss 战和整备时间另计，因此不能将完整一局简单说成十五分钟。第一天不能撤离，需要战胜黎明 Boss。第二天开放撤离，在战胜强化 Boss 后，玩家还能独立选择离开或留下。第三天直接挑战血潮女王，获胜后再安全撤离。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依据：EXPEDITION.md；scripts/expedition.gd。画面：build/raid-boss2.png。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需要在容器空间、装备收益和死亡损失之间做取舍。固定四乘四的次元口袋保全物资，角色背包随品质扩大但有死亡掉落风险。开局临时武器保证基本作战，真正的武器需要局内搜到并装备。装备在战局中提升能力，而安全撤离和结算进一步支持局外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依据：scripts/catalog.gd；README.md。画面：build/ui-inventory-equipped.png。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客户端以 Godot 4 和 GDScript 实现。main 负责界面和输入，session 负责战斗、物资、权威模拟与结算，catalog 和 profile 管理资源规则和进度。地图及远征系统拆分为独立脚本。这个分层使规则验证可以独立于画面进行，也便于定位界面问题与逻辑问题。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依据：project.godot；scripts/main.gd；scripts/session.gd；scripts/catalog.gd；scripts/profile.gd；scripts/ruins.gd；scripts/expedition.gd。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当前有两条联机路径。IP 直连采用 ENet 房主权威模式，服务器房间则由独立 Godot 进程进行权威模拟，Python API 和 SQLite 提供账号、房间及云存档服务。云存档通过版本号检测冲突，并保留本地进度。相关功能已有本机验证记录，但默认服务器地址仍是占位配置，正式联网使用需要实际部署。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依据：SERVER.md；scripts/online_service.gd；server/app.py；server/room.gd。画面：build/server-rooms-screen.png。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以哥特建筑、血月与角色插画建立统一主题。三位角色通过色彩、武器和技能形成识别差异：绯月偏向近战，雪璃提供远程输出与治疗，鸦羽强调范围打击和护身。素材以项目内生成插画和动作图集为基础，再进行整理和游戏内适配，汇报时不将其说成全部由成员手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依据：ART-DIRECTION.md；scripts/catalog.gd；README.md。素材：assets/portrait-0.png、portrait-1.png、portrait-2.png。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月冠边境通过六大地貌区和十八处据点提供探索空间，道路、桥梁与撤离点帮助玩家安排路线。Boss 使用独立剪影、立绘与动作资源，战斗危险区采用预警来表达范围。视觉设计既承担氛围，也要让玩家看懂地形、敌人和攻击时机。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依据：MAP-UPDATE.md；EXPEDITION.md；BOSS-VFX.md。素材：build/map-atlas.png；assets/bosses/blood-queen-portrait.png。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交互重点是让状态和操作结果及时可见。背包拖拽时显示真实占格与落点，旋转后的预览应该和实际放置一致。战斗中用生命、武器和技能状态辅助判断，Boss 预警提示危险区域。声音通过距离衰减和分组混音提供反馈，角色语音与奥义播放时音乐会降低音量。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依据：README.md；UI-ART-UPDATE.md；BOSS-VFX.md；MUSIC.md。画面：build/ui-mouse-rotate-relic.png。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重点是规则正确性、界面交互和多进程联机。服务端说明记录了五百八十三项规则检查及四人服务器房间验证。对背包尤其关注旋转占格、装备和保存时的信息保全。需要如实说明，这些是项目已有记录，本次汇报没有重新运行测试。不同阶段的 UI 回归记录存在失败，不能简单宣称所有测试都通过。公网环境和长时间完整游玩仍需继续验证。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依据：SERVER.md 的本机验证结果；TEST-REPORT.md；EXPEDITION.md 的验证边界；tests/。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与运维岗位负责制定验收用例、记录缺陷并确认修复。建议先跑规则和服务端自动化，再验证真实界面操作，最后进行多人整局体验。缺陷记录应包含版本、复现步骤、预期与实际结果，并附日志或截图。程序修复后复测原问题及相邻功能。影响出征、结算或存档的问题优先处理。以下流程是岗位职责与后续验收安排，不表示这些工作已经全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依据：tests/systems.gd；tests/ui.gd；tests/network.gd；tests/test_server.py；TEST-REPORT.md；流程为建议。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运维负责使客户端、API 和房间进程正常协作。当前项目提供 Linux amd64 的 Docker 部署说明，部署前需要配置真实域名、开放 HTTPS 与房间 UDP 端口，并让客户端使用正确地址。运行期间检查 API、房间工作进程和日志。数据库使用 SQLite 在线备份或停服备份，发布前保留可回退版本。服务重启后账号和云存档可保留，但正在进行的房间需要重建，远征不支持断线恢复。这里介绍的是部署方案，不能据此宣称公网已经上线。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依据：SERVER.md；server/DOCKER.md；compose.yaml；server/Caddyfile.docker。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现场建议先展示营地选人与出征，再演示一个据点的战斗、物资搜索与背包装备。完整三日远征比较长，可以提前准备 Boss 与撤离选择环节的录屏。最后展示结算和成长。如果要演示联机，应提前启动本机服务并准备好客户端，避免依赖尚未部署的公网地址。以下时长是演示安排建议。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依据：根据 README.md、EXPEDITION.md 和 SERVER.md 设计的演示建议。画面：build/raid-choice.png。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项目已形成从营地准备到探索战斗、撤离结算及长期成长的可玩流程，并加入了三日远征和在线服务能力。第一位成员统筹项目和产品，第二位实现程序，第三位完善视觉与体验，第四位负责测试和运维。下一步优先完成当前版本的整局体验和 UI 回归，再进行公网验证与难度微调。以上是《血潮守望》的介绍，欢迎提出问题。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依据：README.md；SERVER.md；EXPEDITION.md；后续计划为建议。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1adb3688049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73edc988ed492e" /><Relationship Type="http://schemas.openxmlformats.org/officeDocument/2006/relationships/slideLayout" Target="/ppt/slideLayouts/slideLayout1.xml" Id="Rc7b9a5b81bfe45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b9a5b81bfe45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e29ad216149b4" /><Relationship Type="http://schemas.openxmlformats.org/officeDocument/2006/relationships/image" Target="/ppt/media/image.png" Id="R9f2b2063bfde44bf" /><Relationship Type="http://schemas.openxmlformats.org/officeDocument/2006/relationships/notesSlide" Target="/ppt/notesSlides/notesSlide1.xml" Id="Rda42ea17582046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d54ca4f044d78" /><Relationship Type="http://schemas.openxmlformats.org/officeDocument/2006/relationships/notesSlide" Target="/ppt/notesSlides/notesSlide2.xml" Id="R2b03fa33311c45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779f973354151" /><Relationship Type="http://schemas.openxmlformats.org/officeDocument/2006/relationships/image" Target="/ppt/media/image2.png" Id="R21d861176ff649a7" /><Relationship Type="http://schemas.openxmlformats.org/officeDocument/2006/relationships/notesSlide" Target="/ppt/notesSlides/notesSlide3.xml" Id="Re117579692164e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b44db06244af2" /><Relationship Type="http://schemas.openxmlformats.org/officeDocument/2006/relationships/image" Target="/ppt/media/image3.png" Id="Rbffa5508b0594dd2" /><Relationship Type="http://schemas.openxmlformats.org/officeDocument/2006/relationships/notesSlide" Target="/ppt/notesSlides/notesSlide4.xml" Id="Re848ec67e56b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39ba81da94fad" /><Relationship Type="http://schemas.openxmlformats.org/officeDocument/2006/relationships/image" Target="/ppt/media/image4.png" Id="Rdbac90ca70894ee2" /><Relationship Type="http://schemas.openxmlformats.org/officeDocument/2006/relationships/notesSlide" Target="/ppt/notesSlides/notesSlide5.xml" Id="Rc240cb918bcb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558dfc1fe4ec2" /><Relationship Type="http://schemas.openxmlformats.org/officeDocument/2006/relationships/notesSlide" Target="/ppt/notesSlides/notesSlide6.xml" Id="R11e0c0d9120f48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60f87f9ea44cd" /><Relationship Type="http://schemas.openxmlformats.org/officeDocument/2006/relationships/image" Target="/ppt/media/image5.png" Id="Re414ba80216a4513" /><Relationship Type="http://schemas.openxmlformats.org/officeDocument/2006/relationships/notesSlide" Target="/ppt/notesSlides/notesSlide7.xml" Id="Rf3561cad14c0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e09f852f845fa" /><Relationship Type="http://schemas.openxmlformats.org/officeDocument/2006/relationships/image" Target="/ppt/media/image6.png" Id="Rb4cdb2eca3804a21" /><Relationship Type="http://schemas.openxmlformats.org/officeDocument/2006/relationships/image" Target="/ppt/media/image7.png" Id="R151d369ed2744d1a" /><Relationship Type="http://schemas.openxmlformats.org/officeDocument/2006/relationships/image" Target="/ppt/media/image8.png" Id="R58485ea704dc42f3" /><Relationship Type="http://schemas.openxmlformats.org/officeDocument/2006/relationships/notesSlide" Target="/ppt/notesSlides/notesSlide8.xml" Id="R6534305b17914f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6738158b24f54" /><Relationship Type="http://schemas.openxmlformats.org/officeDocument/2006/relationships/image" Target="/ppt/media/image9.png" Id="R38a6eceb42f7403b" /><Relationship Type="http://schemas.openxmlformats.org/officeDocument/2006/relationships/image" Target="/ppt/media/image10.png" Id="R1c72f747b6af464d" /><Relationship Type="http://schemas.openxmlformats.org/officeDocument/2006/relationships/notesSlide" Target="/ppt/notesSlides/notesSlide9.xml" Id="R0c504bc0898b43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75537ff1f4899" /><Relationship Type="http://schemas.openxmlformats.org/officeDocument/2006/relationships/image" Target="/ppt/media/image11.png" Id="Rb0561868304e4f34" /><Relationship Type="http://schemas.openxmlformats.org/officeDocument/2006/relationships/notesSlide" Target="/ppt/notesSlides/notesSlide10.xml" Id="Rdef596bb246844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912c83b8046d6" /><Relationship Type="http://schemas.openxmlformats.org/officeDocument/2006/relationships/notesSlide" Target="/ppt/notesSlides/notesSlide11.xml" Id="Rf8ce07710a0045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dce9936174428" /><Relationship Type="http://schemas.openxmlformats.org/officeDocument/2006/relationships/notesSlide" Target="/ppt/notesSlides/notesSlide12.xml" Id="R33fe4523eb6d4a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13770690e428b" /><Relationship Type="http://schemas.openxmlformats.org/officeDocument/2006/relationships/notesSlide" Target="/ppt/notesSlides/notesSlide13.xml" Id="R85d6ddbad1f34b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a003d55e94962" /><Relationship Type="http://schemas.openxmlformats.org/officeDocument/2006/relationships/image" Target="/ppt/media/image12.png" Id="Rd94f6a58309a4d74" /><Relationship Type="http://schemas.openxmlformats.org/officeDocument/2006/relationships/notesSlide" Target="/ppt/notesSlides/notesSlide14.xml" Id="R2db8be033a994f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e87967474454" /><Relationship Type="http://schemas.openxmlformats.org/officeDocument/2006/relationships/notesSlide" Target="/ppt/notesSlides/notesSlide15.xml" Id="Rfb63a47379554b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b2063bfde44bf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1EEBE-16E5-4668-AA45-2F1CFAFD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血潮守望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8D117-C47F-4CCD-9975-12502203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CRIMSON TIDE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A95CC-BAAD-46B5-80D7-68050B52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四人团队项目介绍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F8ED2-FCA8-496C-AE29-1DFEDDA2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合作搜打撤游戏 · Godot 4</a:t>
            </a:r>
          </a:p>
        </p:txBody>
      </p:sp>
    </p:spTree>
    <p:extLst>
      <p:ext uri="{BB962C8B-B14F-4D97-AF65-F5344CB8AC3E}">
        <p14:creationId xmlns:p14="http://schemas.microsoft.com/office/powerpoint/2010/main" val="827645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2F5D8-9736-4820-8AD6-CC06089E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79DD0-B6D3-4F1D-82A2-0EF340B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四人分工与汇报安排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65A7-F620-400B-AFFC-CDCC6A51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17C00-E02F-42F9-834F-155950A3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成员一  项目经理兼产品经理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94B2F-E1EF-4A2B-90DA-469B08E9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项目规划、协作交付、玩法与产品体验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4DBC2-E8BB-4492-B649-FC4BE44A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431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第 1–5 页，结尾总结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7EC1C-AFDE-4B94-BB4C-7D943BB5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成员二  程序开发工程师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8533E-1C30-40A9-9E6A-C87F454A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核心系统、联机服务、数据存储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8940F-AE04-406D-B93C-F45B5BCA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242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第 6–7 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26FA4-199A-4A58-A9A2-7F486A72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成员三  游戏美术与体验设计师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1C27B-9F9F-4430-B4FC-77932171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角色场景、界面与战斗反馈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43B65-F7B3-4494-8894-9ACF51E9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0527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第 8–10 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79F9C-6883-4912-A776-3C69C077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成员四  测试与运维工程师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9A584-E056-47E2-81E5-B0BB1A6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测试验收、缺陷跟踪、部署与维护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71169-19C8-4A28-A707-36CCC13A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86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第 11–14 页</a:t>
            </a:r>
          </a:p>
        </p:txBody>
      </p:sp>
    </p:spTree>
    <p:extLst>
      <p:ext uri="{BB962C8B-B14F-4D97-AF65-F5344CB8AC3E}">
        <p14:creationId xmlns:p14="http://schemas.microsoft.com/office/powerpoint/2010/main" val="2039489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3F68A-ABE4-4B51-B4C5-EA5E8D5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A9819-10D2-4611-8D92-8DCD4838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项目概况与交付范围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82A39-7C9F-47AD-B89A-59B25918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08194-0DC0-4BCA-A55A-2B7D6C8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游戏定位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5DD-2F7A-4FF8-8AB3-17830714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哥特二次元风格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俯视角合作搜打撤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B0CD0-8409-4770-8ABB-0200793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交付重点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90923-7861-4733-BDF5-10B9EE05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可反复游玩的战局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营地、远征、结算与成长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861176ff649a7"/>
          <a:stretch xmlns:a="http://schemas.openxmlformats.org/drawingml/2006/main"/>
        </p:blipFill>
        <p:spPr>
          <a:xfrm xmlns:a="http://schemas.openxmlformats.org/drawingml/2006/main">
            <a:off x="5000625" y="1832372"/>
            <a:ext cx="6572250" cy="41076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23640-81F4-4DF9-B6F9-A87BC492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007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Windows 桌面端，支持单人及 2–4 人合作</a:t>
            </a:r>
          </a:p>
        </p:txBody>
      </p:sp>
    </p:spTree>
    <p:extLst>
      <p:ext uri="{BB962C8B-B14F-4D97-AF65-F5344CB8AC3E}">
        <p14:creationId xmlns:p14="http://schemas.microsoft.com/office/powerpoint/2010/main" val="738778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02ADA-DDEF-48CF-A9B2-6F20EAF4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7DA57-DEFC-4CB2-8A07-71B96AF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三日远征的节奏设计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AB33B-5598-49F2-8E7E-95E5A04F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72764-ECFB-483D-994E-A3E58B6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第一天  建立战力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34869-AC4F-4FA8-9FAD-9B3F8EDB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搜刮与清剿，3 分钟起缩圈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击败黎明 Boss，禁止撤离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157FC-BA0D-46A5-9A20-291CBAEE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第二天  风险选择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5A660-FA2E-4DA1-A6F3-0FC385F1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可从撤离点离场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战胜强化 Boss 后决定去留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B504D-F1E1-44A6-9878-057F955A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第三天  最终挑战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C1BB2-9F97-4F88-AA83-EB754373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直接迎战血潮女王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胜利后收取奖励并撤离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a5508b0594dd2"/>
          <a:stretch xmlns:a="http://schemas.openxmlformats.org/drawingml/2006/main"/>
        </p:blipFill>
        <p:spPr>
          <a:xfrm xmlns:a="http://schemas.openxmlformats.org/drawingml/2006/main">
            <a:off x="5745480" y="2038350"/>
            <a:ext cx="5806440" cy="3629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88F93-A2B4-4D36-A7CE-ACF5DD8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674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前两天各 5 分钟探索与缩圈，Boss 战另计</a:t>
            </a:r>
          </a:p>
        </p:txBody>
      </p:sp>
    </p:spTree>
    <p:extLst>
      <p:ext uri="{BB962C8B-B14F-4D97-AF65-F5344CB8AC3E}">
        <p14:creationId xmlns:p14="http://schemas.microsoft.com/office/powerpoint/2010/main" val="1456315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4B3C9-6C43-4026-80F0-2A0CDFE2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63F47-80FD-4A20-B8AB-849A2BFA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收益与风险的设计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97498-358F-4359-9278-765C7032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c90ca70894ee2"/>
          <a:stretch xmlns:a="http://schemas.openxmlformats.org/drawingml/2006/main"/>
        </p:blipFill>
        <p:spPr>
          <a:xfrm xmlns:a="http://schemas.openxmlformats.org/drawingml/2006/main">
            <a:off x="619125" y="190500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84D10-5164-4F8D-A039-3B1084F8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90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空间选择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12109-DBDF-4A64-A667-DA5DC2EA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86025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次元口袋 4×4，永久保全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角色背包 3×3 至 8×8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49CB1-28CC-4424-9AC5-A1E4F3BC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814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战力选择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E5878-64B8-4D49-B243-2006B101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76700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搜到武器后装备使用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高品质装备提高当局能力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96C11-AFAB-4E94-AB6F-6912267B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379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更多战利品，更高撤离风险</a:t>
            </a:r>
          </a:p>
        </p:txBody>
      </p:sp>
    </p:spTree>
    <p:extLst>
      <p:ext uri="{BB962C8B-B14F-4D97-AF65-F5344CB8AC3E}">
        <p14:creationId xmlns:p14="http://schemas.microsoft.com/office/powerpoint/2010/main" val="481160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A17D0-F38B-45DA-8403-79CA148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02  程序开发工程师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3F2BC-9C2B-4DD3-866D-11D0F3E7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Godot 原生系统架构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3CE77-BF99-477B-A614-F9A3A462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0F8FF-2472-4CFA-8445-A1445321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界面与输入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D9664-8BA1-4A7D-A611-6CCE01D6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main.gd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营地、HUD、背包与操作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57F43-134D-4555-B3A7-D2071AFC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38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权威规则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AB011-580C-4BC6-8D1E-1ABB968E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session.gd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战斗、物资、撤离与结算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2BC9D-1F08-4A41-8891-B3F0797E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数据与成长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72A43-7910-4B09-9D3B-D7FC5532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catalog.gd / profile.gd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角色、装备、容器与存档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61C10-1441-4214-8073-0F42DC11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386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地图与远征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A8189-BF50-44B7-8EF3-4A5D2752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339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ruins.gd / expedition.gd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地形碰撞、阶段与 Boss</a:t>
            </a:r>
          </a:p>
        </p:txBody>
      </p:sp>
    </p:spTree>
    <p:extLst>
      <p:ext uri="{BB962C8B-B14F-4D97-AF65-F5344CB8AC3E}">
        <p14:creationId xmlns:p14="http://schemas.microsoft.com/office/powerpoint/2010/main" val="34457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C2584-06A5-4E00-B978-418BA306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02  程序开发工程师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C4469-7676-4389-8308-4F97DD3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联机、账号与云存档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FDEF2-63DD-4158-BCC4-FCA76C96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627C4-A301-4566-A13F-C19AA13E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两种联机入口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2571C-5EAE-4D52-99AF-FB7FE68B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IP 直连：ENet 房主权威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服务器房间：独立权威进程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BA996-6843-476D-A282-49DB49D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在线进度服务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594D7-DA0D-4CBF-9A96-D2C18DF1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00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Python API 与 SQLite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版本冲突检测、本地备份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4ba80216a4513"/>
          <a:stretch xmlns:a="http://schemas.openxmlformats.org/drawingml/2006/main"/>
        </p:blipFill>
        <p:spPr>
          <a:xfrm xmlns:a="http://schemas.openxmlformats.org/drawingml/2006/main">
            <a:off x="5486400" y="1953220"/>
            <a:ext cx="6048375" cy="378023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01BCA-E480-479B-8CD4-A04481E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943600"/>
            <a:ext cx="607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已做本机验证，公网服务需部署后使用</a:t>
            </a:r>
          </a:p>
        </p:txBody>
      </p:sp>
    </p:spTree>
    <p:extLst>
      <p:ext uri="{BB962C8B-B14F-4D97-AF65-F5344CB8AC3E}">
        <p14:creationId xmlns:p14="http://schemas.microsoft.com/office/powerpoint/2010/main" val="246021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48947-1A6E-4635-87D0-566811B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03  游戏美术与体验设计师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A0E2F-B449-42D9-9BF3-3E5D5D18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哥特二次元的角色表达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2931E-1847-40A1-B1FB-BAAE7B73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db2eca3804a21"/>
          <a:stretch xmlns:a="http://schemas.openxmlformats.org/drawingml/2006/main"/>
        </p:blipFill>
        <p:spPr>
          <a:xfrm xmlns:a="http://schemas.openxmlformats.org/drawingml/2006/main">
            <a:off x="1131888" y="1657350"/>
            <a:ext cx="2298700" cy="3448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BE12D-A2DA-44F9-A785-F6B1436F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00650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绯月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5DB24-F4C8-420E-B25B-B69CFD6C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7215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近战切入 · 红莲月华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d369ed2744d1a"/>
          <a:stretch xmlns:a="http://schemas.openxmlformats.org/drawingml/2006/main"/>
        </p:blipFill>
        <p:spPr>
          <a:xfrm xmlns:a="http://schemas.openxmlformats.org/drawingml/2006/main">
            <a:off x="4979988" y="1657350"/>
            <a:ext cx="2298700" cy="3448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DD15E-B8F5-4CD1-8129-A332391A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00650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雪璃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C4FE9-2A69-4EE3-92C2-2B57729D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77215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远程支援 · 拂晓之祈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85ea704dc42f3"/>
          <a:stretch xmlns:a="http://schemas.openxmlformats.org/drawingml/2006/main"/>
        </p:blipFill>
        <p:spPr>
          <a:xfrm xmlns:a="http://schemas.openxmlformats.org/drawingml/2006/main">
            <a:off x="8828088" y="1657350"/>
            <a:ext cx="2298700" cy="3448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3372B-8E31-4130-9DC7-8601739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00650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鸦羽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9DCED-2B3F-454F-9A02-2F89DB0A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77215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范围打击 · 夜鸦断罪</a:t>
            </a:r>
          </a:p>
        </p:txBody>
      </p:sp>
    </p:spTree>
    <p:extLst>
      <p:ext uri="{BB962C8B-B14F-4D97-AF65-F5344CB8AC3E}">
        <p14:creationId xmlns:p14="http://schemas.microsoft.com/office/powerpoint/2010/main" val="569153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E8C0C-697B-4C42-8947-A508E90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03  游戏美术与体验设计师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54695-9B29-44A5-81A0-9968278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地图与 Boss 的视觉识别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08C98-6CB4-45E0-B83B-941994B7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6eceb42f7403b"/>
          <a:stretch xmlns:a="http://schemas.openxmlformats.org/drawingml/2006/main"/>
        </p:blipFill>
        <p:spPr>
          <a:xfrm xmlns:a="http://schemas.openxmlformats.org/drawingml/2006/main">
            <a:off x="902017" y="1781175"/>
            <a:ext cx="6187440" cy="38671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2f747b6af464d"/>
          <a:stretch xmlns:a="http://schemas.openxmlformats.org/drawingml/2006/main"/>
        </p:blipFill>
        <p:spPr>
          <a:xfrm xmlns:a="http://schemas.openxmlformats.org/drawingml/2006/main">
            <a:off x="8353425" y="1571625"/>
            <a:ext cx="27813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7B006-0272-4AE5-91EE-C73432B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619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月冠边境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D6671-AC1F-4E93-BA32-1232E4F8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六大地貌区，18 个据点，三桥四撤离点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90469-1394-4697-A06A-DE70833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38825"/>
            <a:ext cx="3705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血潮女王 · 永夜月冠</a:t>
            </a:r>
          </a:p>
        </p:txBody>
      </p:sp>
    </p:spTree>
    <p:extLst>
      <p:ext uri="{BB962C8B-B14F-4D97-AF65-F5344CB8AC3E}">
        <p14:creationId xmlns:p14="http://schemas.microsoft.com/office/powerpoint/2010/main" val="23596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34085-2736-4B82-8267-421D17D7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03  游戏美术与体验设计师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131C9-2FB2-451C-8E3E-7D0CD169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界面与战斗反馈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3553F-1AD2-4E93-8348-E5ECD170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61868304e4f34"/>
          <a:stretch xmlns:a="http://schemas.openxmlformats.org/drawingml/2006/main"/>
        </p:blipFill>
        <p:spPr>
          <a:xfrm xmlns:a="http://schemas.openxmlformats.org/drawingml/2006/main">
            <a:off x="630555" y="1847850"/>
            <a:ext cx="6797040" cy="4248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B20A9-AE29-4DB9-8415-28A398CA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716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背包反馈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B2185-6029-49E6-912F-C627DCB8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66975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拖拽跟随、真实占格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旋转预览与装备槽提示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684A3-53CA-45BB-BA64-2CCC1CE2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528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战斗反馈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F2D10-29FB-4AE9-9B7D-9749204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4815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技能预警、命中与生命变化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语音、音效及音乐压低</a:t>
            </a:r>
          </a:p>
        </p:txBody>
      </p:sp>
    </p:spTree>
    <p:extLst>
      <p:ext uri="{BB962C8B-B14F-4D97-AF65-F5344CB8AC3E}">
        <p14:creationId xmlns:p14="http://schemas.microsoft.com/office/powerpoint/2010/main" val="19892474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45BBE-24DC-4A7E-B95D-C24082B8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04  测试与运维工程师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1E515-3776-4988-8644-60607D56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验证重点与当前边界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7B7F1-F114-4926-B8B4-874C4DE8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D6A4E-3B3B-4EC2-8D04-A72AA0BF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规则与数据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54979-70A6-4D80-A55A-312AAA1A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战斗伤害、容器占格、装备切换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死亡掉落、撤离奖励、存档往返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BA0F6-30F2-427D-977A-5FEE7F9A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907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网络与服务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00ED5-876B-4212-BB46-BD6DFC4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860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多进程联机、状态与技能同步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账号隔离、云存档冲突、管理权移交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7E42A-69B0-4CE7-AE2B-D1783558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已有记录：583 项规则检查，四人服务器房间本机验证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6AC59-88F3-4A6E-8A06-944784EA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待验证：公网延迟与丢包、长时游玩、完整 UI 回归及数值平衡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892F4-02BD-49F2-BD75-D9F75BDF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测试数据引用项目记录；部分旧 UI 回归曾失败，需按当前版本复测</a:t>
            </a:r>
          </a:p>
        </p:txBody>
      </p:sp>
    </p:spTree>
    <p:extLst>
      <p:ext uri="{BB962C8B-B14F-4D97-AF65-F5344CB8AC3E}">
        <p14:creationId xmlns:p14="http://schemas.microsoft.com/office/powerpoint/2010/main" val="19806929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63E21-35E3-4893-BA41-C55D8CE9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04  测试与运维工程师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C1412-F81C-424C-B4CC-F0918430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测试流程与缺陷管理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5CFC5-F2E5-4B97-9FCF-EDE01E66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113B3-6872-4CE2-86DC-FF2B4336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自动化回归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E2C2A-F299-4C45-88A9-C3364C9A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规则、存档和容器数据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账号接口与多进程房间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A16F2-1731-45C5-BDF9-36366D8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实际体验验收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5412-CCE6-46E1-945B-0589A80D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选人出征、搜索拖拽、装备使用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Boss 战、独立撤离与最终结算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711FF-74A6-4070-B989-DE1506B3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缺陷闭环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59BD2-5859-46E9-AC97-9C6C29B1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0532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记录版本与复现步骤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开发修复后复测并检查相关功能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003E3-08D9-41E7-AD6B-AF2EDD79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发布检查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781AB-A430-4F11-B2A3-26E84947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启动正常、存档可读、版本一致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关键故障解决后再交付演示</a:t>
            </a:r>
          </a:p>
        </p:txBody>
      </p:sp>
    </p:spTree>
    <p:extLst>
      <p:ext uri="{BB962C8B-B14F-4D97-AF65-F5344CB8AC3E}">
        <p14:creationId xmlns:p14="http://schemas.microsoft.com/office/powerpoint/2010/main" val="470471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D5EA5-C082-45E0-B7F2-A75DB6B7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04  测试与运维工程师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0E814-8AB1-4637-B14C-2ABC5C0E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服务部署与运行维护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E6BDD-CF45-4242-AA2F-DFF4EBF6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02522-3050-4859-826D-125540A9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部署配置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4E294-0965-44A7-9615-708C1C5E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Linux amd64，Docker Compose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真实域名、HTTPS 与客户端地址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F0E95-8464-475B-BF83-A8EDC822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335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网络入口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E24DF-88E8-452E-B40F-98E88F4E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TCP 80 / 443：证书与 API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UDP 24900–24915：游戏房间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1C6AA-65DB-49EC-B10E-F92FD6A4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运行维护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029B8-5B06-4601-BEFA-89A737E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检查 API、房间进程与日志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备份数据库，保留可回退版本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0C124-356D-4252-A95B-A58B3F30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766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故障恢复边界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EA597-D897-4620-91D8-3D1B1FF6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重启保留账号与云存档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房间需重建，远征不能断线恢复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BE3AC-C030-4D83-B4CA-8BC69E4C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上线前仍需完成公网联通、延迟与容量验证</a:t>
            </a:r>
          </a:p>
        </p:txBody>
      </p:sp>
    </p:spTree>
    <p:extLst>
      <p:ext uri="{BB962C8B-B14F-4D97-AF65-F5344CB8AC3E}">
        <p14:creationId xmlns:p14="http://schemas.microsoft.com/office/powerpoint/2010/main" val="11464904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3A564-4583-48A7-BD82-4C4D8FE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04  测试与运维工程师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C1753-949C-41AF-946D-D1EAB297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现场演示顺序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45B9E-ED94-4D23-850D-D78714BE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5F505-2080-4041-AF96-43312DE9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628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2BCC1-4216-44AC-8149-C1C5DCFD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9335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营地选人和出征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5FB31-470D-45B1-9971-37902646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003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约 30 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1CBA0-0935-4118-AEAC-E781B8B9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628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EE782-A0F0-4925-A024-1C29537E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908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据点战斗、搜刮与装备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1B4C-A8CE-41C1-B603-7292CAB3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575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约 60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CFE7-3978-4B21-9F02-9F06D69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628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88596-93D5-426C-8165-A3B6FDBF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481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Boss 预警与撤离选择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F34C8-5B68-41F7-AE80-8E3AFBFC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约 45 秒，预备录屏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93EAC-E049-443C-9A50-C6D42B1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628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3914E-C749-4FD2-8361-CA066EBE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054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结算、天赋和下一局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785F8-D290-4534-8162-D9D8FAF2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5721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约 30 秒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f6a58309a4d74"/>
          <a:stretch xmlns:a="http://schemas.openxmlformats.org/drawingml/2006/main"/>
        </p:blipFill>
        <p:spPr>
          <a:xfrm xmlns:a="http://schemas.openxmlformats.org/drawingml/2006/main">
            <a:off x="6584633" y="2305050"/>
            <a:ext cx="4937760" cy="3086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565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2B18D-4FE0-4C41-90B0-F963FB83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B149A-8448-4447-821C-69C126BE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项目总结与下一步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7F97F-AC75-4688-99C5-BB4D039A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4BAA3-FD03-4442-97B0-4C279527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1076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已形成可反复游玩的合作搜打撤流程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2035C-DEA7-45CB-B40A-909FCDFB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1057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项目与产品统筹方向，程序开发实现系统</a:t>
            </a:r>
          </a:p>
          <a:p xmlns:a="http://schemas.openxmlformats.org/drawingml/2006/main">
            <a:pPr>
              <a:def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美术设计完善体验，测试运维保障质量与运行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E44F2-C4C8-4B4B-8EBE-43C26BF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下一步：完整通关与 UI 回归、公网验证、难度与掉落调整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5D274-BAB5-4F0E-AEFF-6B68B87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342524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2026-09-23T02:31:24.0620000Z</dcterms:created>
  <dcterms:modified xsi:type="dcterms:W3CDTF">2026-09-23T02:31:24.0620000Z</dcterms:modified>
</coreProperties>
</file>